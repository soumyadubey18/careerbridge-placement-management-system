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3383280"/>
            <a:ext cx="5029200" cy="5029200"/>
          </a:xfrm>
          <a:prstGeom prst="arc">
            <a:avLst/>
          </a:prstGeom>
          <a:noFill/>
          <a:ln w="12700">
            <a:solidFill>
              <a:srgbClr val="3D6B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4069080"/>
            <a:ext cx="3657600" cy="3657600"/>
          </a:xfrm>
          <a:prstGeom prst="arc">
            <a:avLst/>
          </a:prstGeom>
          <a:noFill/>
          <a:ln w="12700">
            <a:solidFill>
              <a:srgbClr val="D6AA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85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AA54"/>
                </a:solidFill>
              </a:rPr>
              <a:t>CAREERBRIDGE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040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&amp; Placement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 System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685800" y="37033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EC8"/>
                </a:solidFill>
              </a:rPr>
              <a:t>A full-stack operational workspace for student growth, institute performance, and placement outcomes.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61722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6A0"/>
                </a:solidFill>
              </a:rPr>
              <a:t>Project presentation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AA54"/>
          </a:solidFill>
          <a:ln w="12700">
            <a:solidFill>
              <a:srgbClr val="D6AA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F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CAREERBRIDGE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E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 and the product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149840" y="39319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766C"/>
                </a:solidFill>
              </a:rPr>
              <a:t>CareerBridge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17320"/>
            <a:ext cx="73152" cy="1874520"/>
          </a:xfrm>
          <a:prstGeom prst="rect">
            <a:avLst/>
          </a:prstGeom>
          <a:solidFill>
            <a:srgbClr val="D7785C"/>
          </a:solidFill>
          <a:ln w="12700">
            <a:solidFill>
              <a:srgbClr val="D778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819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E3B"/>
                </a:solidFill>
              </a:rPr>
              <a:t>The problem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1965960"/>
            <a:ext cx="30632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Student records, attendance, practice assessments, projects, and hiring outcomes are often spread across spreadsheets and disconnected tools.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417320"/>
            <a:ext cx="73152" cy="1874520"/>
          </a:xfrm>
          <a:prstGeom prst="rect">
            <a:avLst/>
          </a:prstGeom>
          <a:solidFill>
            <a:srgbClr val="1F766C"/>
          </a:solidFill>
          <a:ln w="12700">
            <a:solidFill>
              <a:srgbClr val="1F76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5819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E3B"/>
                </a:solidFill>
              </a:rPr>
              <a:t>The solution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0288" y="1965960"/>
            <a:ext cx="30632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One secure workspace where staff can see learner progress, create records, and move candidates through placement stages.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41732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417320"/>
            <a:ext cx="73152" cy="1874520"/>
          </a:xfrm>
          <a:prstGeom prst="rect">
            <a:avLst/>
          </a:prstGeom>
          <a:solidFill>
            <a:srgbClr val="D6AA54"/>
          </a:solidFill>
          <a:ln w="12700">
            <a:solidFill>
              <a:srgbClr val="D6AA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15819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E3B"/>
                </a:solidFill>
              </a:rPr>
              <a:t>The outcome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39328" y="1965960"/>
            <a:ext cx="30632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Clearer follow-up, faster operations, better visibility, and a complete Login → Placement workflow.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E3B"/>
                </a:solidFill>
              </a:rPr>
              <a:t>Core modules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4389120"/>
            <a:ext cx="521208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7383A"/>
                </a:solidFill>
              </a:rPr>
              <a:t>Student and batch management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7383A"/>
                </a:solidFill>
              </a:rPr>
              <a:t>Attendance and low-attendance identification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7383A"/>
                </a:solidFill>
              </a:rPr>
              <a:t>Mock tests and mock interviews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7383A"/>
                </a:solidFill>
              </a:rPr>
              <a:t>Projects, teams, and trainer evaluation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7383A"/>
                </a:solidFill>
              </a:rPr>
              <a:t>Companies, applications, interviews, and offers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7383A"/>
                </a:solidFill>
              </a:rPr>
              <a:t>Dashboard metrics and operational reports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8A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AA54"/>
          </a:solidFill>
          <a:ln w="12700">
            <a:solidFill>
              <a:srgbClr val="D6AA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F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IS BUILT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E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and architecture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149840" y="39319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766C"/>
                </a:solidFill>
              </a:rPr>
              <a:t>CareerBridge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25880"/>
            <a:ext cx="73152" cy="1417320"/>
          </a:xfrm>
          <a:prstGeom prst="rect">
            <a:avLst/>
          </a:prstGeom>
          <a:solidFill>
            <a:srgbClr val="1F766C"/>
          </a:solidFill>
          <a:ln w="12700">
            <a:solidFill>
              <a:srgbClr val="1F76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4904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E3B"/>
                </a:solidFill>
              </a:rPr>
              <a:t>Frontend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" y="1874520"/>
            <a:ext cx="2880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React 19 + TypeScript + Vite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Responsive admin console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Lucide icon system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325880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325880"/>
            <a:ext cx="73152" cy="1417320"/>
          </a:xfrm>
          <a:prstGeom prst="rect">
            <a:avLst/>
          </a:prstGeom>
          <a:solidFill>
            <a:srgbClr val="D7785C"/>
          </a:solidFill>
          <a:ln w="12700">
            <a:solidFill>
              <a:srgbClr val="D778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14904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E3B"/>
                </a:solidFill>
              </a:rPr>
              <a:t>Backend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81728" y="1874520"/>
            <a:ext cx="2880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Node.js + Express + TypeScript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JWT authentication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Zod validation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75320" y="1325880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325880"/>
            <a:ext cx="73152" cy="1417320"/>
          </a:xfrm>
          <a:prstGeom prst="rect">
            <a:avLst/>
          </a:prstGeom>
          <a:solidFill>
            <a:srgbClr val="D6AA54"/>
          </a:solidFill>
          <a:ln w="12700">
            <a:solidFill>
              <a:srgbClr val="D6AA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14904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E3B"/>
                </a:solidFill>
              </a:rPr>
              <a:t>Database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76488" y="1874520"/>
            <a:ext cx="2880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SQLite for local development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Prisma ORM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Versioned migrations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86200" y="1810512"/>
            <a:ext cx="411480" cy="384048"/>
          </a:xfrm>
          <a:prstGeom prst="chevron">
            <a:avLst/>
          </a:prstGeom>
          <a:solidFill>
            <a:srgbClr val="71808A"/>
          </a:solidFill>
          <a:ln w="12700">
            <a:solidFill>
              <a:srgbClr val="7180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0" y="1810512"/>
            <a:ext cx="411480" cy="384048"/>
          </a:xfrm>
          <a:prstGeom prst="chevron">
            <a:avLst/>
          </a:prstGeom>
          <a:solidFill>
            <a:srgbClr val="71808A"/>
          </a:solidFill>
          <a:ln w="12700">
            <a:solidFill>
              <a:srgbClr val="7180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3337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E3B"/>
                </a:solidFill>
              </a:rPr>
              <a:t>Browser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766C"/>
                </a:solidFill>
              </a:rPr>
              <a:t>HTTP / JSON / JWT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2396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E3B"/>
                </a:solidFill>
              </a:rPr>
              <a:t>Prisma Client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697480" y="3493008"/>
            <a:ext cx="2148840" cy="0"/>
          </a:xfrm>
          <a:prstGeom prst="line">
            <a:avLst/>
          </a:prstGeom>
          <a:noFill/>
          <a:ln w="25400">
            <a:solidFill>
              <a:srgbClr val="1F766C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60920" y="3493008"/>
            <a:ext cx="1280160" cy="0"/>
          </a:xfrm>
          <a:prstGeom prst="line">
            <a:avLst/>
          </a:prstGeom>
          <a:noFill/>
          <a:ln w="25400">
            <a:solidFill>
              <a:srgbClr val="1F766C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005840" y="4572000"/>
            <a:ext cx="101498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7383A"/>
                </a:solidFill>
              </a:rPr>
              <a:t>Data is saved by the Express API immediately after a validated form submission. The UI reloads the latest records from the database.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8A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AA54"/>
          </a:solidFill>
          <a:ln w="12700">
            <a:solidFill>
              <a:srgbClr val="D6AA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F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 AND RELATIONSHIPS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E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design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149840" y="39319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766C"/>
                </a:solidFill>
              </a:rPr>
              <a:t>CareerBridge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66C"/>
                </a:solidFill>
              </a:rPr>
              <a:t>Local database location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6276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server/prisma/dev.db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Schema source: server/prisma/schema.prisma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31089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743200"/>
            <a:ext cx="73152" cy="1051560"/>
          </a:xfrm>
          <a:prstGeom prst="rect">
            <a:avLst/>
          </a:prstGeom>
          <a:solidFill>
            <a:srgbClr val="1F766C"/>
          </a:solidFill>
          <a:ln w="12700">
            <a:solidFill>
              <a:srgbClr val="1F76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907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E3B"/>
                </a:solidFill>
              </a:rPr>
              <a:t>People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32688" y="329184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User · Student · Batch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Roles: ADMIN, TRAINER, PLACEMENT, STUDENT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2743200"/>
            <a:ext cx="31089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2743200"/>
            <a:ext cx="73152" cy="1051560"/>
          </a:xfrm>
          <a:prstGeom prst="rect">
            <a:avLst/>
          </a:prstGeom>
          <a:solidFill>
            <a:srgbClr val="D6AA54"/>
          </a:solidFill>
          <a:ln w="12700">
            <a:solidFill>
              <a:srgbClr val="D6AA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53128" y="2907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E3B"/>
                </a:solidFill>
              </a:rPr>
              <a:t>Progress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53128" y="329184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Attendance · MockTest · TestResult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Interview · Project · ProjectMember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0" y="2743200"/>
            <a:ext cx="31089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2743200"/>
            <a:ext cx="73152" cy="1051560"/>
          </a:xfrm>
          <a:prstGeom prst="rect">
            <a:avLst/>
          </a:prstGeom>
          <a:solidFill>
            <a:srgbClr val="D7785C"/>
          </a:solidFill>
          <a:ln w="12700">
            <a:solidFill>
              <a:srgbClr val="D778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73568" y="2907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E3B"/>
                </a:solidFill>
              </a:rPr>
              <a:t>Outcomes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73568" y="329184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Company · Application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Stages from APPLIED to SELECTED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709160"/>
            <a:ext cx="9966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7383A"/>
                </a:solidFill>
              </a:rPr>
              <a:t>Prisma migrations make schema changes repeatable. For production, SQLite can be replaced with PostgreSQL using the same ORM boundary.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8A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AA54"/>
          </a:solidFill>
          <a:ln w="12700">
            <a:solidFill>
              <a:srgbClr val="D6AA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F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E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Authentication and roles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149840" y="39319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766C"/>
                </a:solidFill>
              </a:rPr>
              <a:t>CareerBridge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E3B"/>
                </a:solidFill>
              </a:rPr>
              <a:t>Login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6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/api/auth/login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71800" y="1618488"/>
            <a:ext cx="502920" cy="365760"/>
          </a:xfrm>
          <a:prstGeom prst="chevron">
            <a:avLst/>
          </a:prstGeom>
          <a:solidFill>
            <a:srgbClr val="D6AA54"/>
          </a:solidFill>
          <a:ln w="12700">
            <a:solidFill>
              <a:srgbClr val="D6AA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4173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E3B"/>
                </a:solidFill>
              </a:rPr>
              <a:t>bcrypt compare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3E3B"/>
                </a:solidFill>
              </a:rPr>
              <a:t>JWT signed for 8 hours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26480" y="1618488"/>
            <a:ext cx="502920" cy="365760"/>
          </a:xfrm>
          <a:prstGeom prst="chevron">
            <a:avLst/>
          </a:prstGeom>
          <a:solidFill>
            <a:srgbClr val="D6AA54"/>
          </a:solidFill>
          <a:ln w="12700">
            <a:solidFill>
              <a:srgbClr val="D6AA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14173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E3B"/>
                </a:solidFill>
              </a:rPr>
              <a:t>Protected API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3E3B"/>
                </a:solidFill>
              </a:rPr>
              <a:t>Bearer token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235440" y="1618488"/>
            <a:ext cx="502920" cy="365760"/>
          </a:xfrm>
          <a:prstGeom prst="chevron">
            <a:avLst/>
          </a:prstGeom>
          <a:solidFill>
            <a:srgbClr val="D6AA54"/>
          </a:solidFill>
          <a:ln w="12700">
            <a:solidFill>
              <a:srgbClr val="D6AA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29800" y="14173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E3B"/>
                </a:solidFill>
              </a:rPr>
              <a:t>Database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3E3B"/>
                </a:solidFill>
              </a:rPr>
              <a:t>Prisma query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3200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E3B"/>
                </a:solidFill>
              </a:rPr>
              <a:t>Roles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22960" y="3657600"/>
            <a:ext cx="2468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657600"/>
            <a:ext cx="73152" cy="1051560"/>
          </a:xfrm>
          <a:prstGeom prst="rect">
            <a:avLst/>
          </a:prstGeom>
          <a:solidFill>
            <a:srgbClr val="D7785C"/>
          </a:solidFill>
          <a:ln w="12700">
            <a:solidFill>
              <a:srgbClr val="D778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822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E3B"/>
                </a:solidFill>
              </a:rPr>
              <a:t>ADMIN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24128" y="4206240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Full operations access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66160" y="3657600"/>
            <a:ext cx="2468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66160" y="3657600"/>
            <a:ext cx="73152" cy="1051560"/>
          </a:xfrm>
          <a:prstGeom prst="rect">
            <a:avLst/>
          </a:prstGeom>
          <a:solidFill>
            <a:srgbClr val="1F766C"/>
          </a:solidFill>
          <a:ln w="12700">
            <a:solidFill>
              <a:srgbClr val="1F76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67328" y="3822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E3B"/>
                </a:solidFill>
              </a:rPr>
              <a:t>TRAINER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767328" y="4206240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Cohorts, attendance, projects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3657600"/>
            <a:ext cx="2468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3657600"/>
            <a:ext cx="73152" cy="1051560"/>
          </a:xfrm>
          <a:prstGeom prst="rect">
            <a:avLst/>
          </a:prstGeom>
          <a:solidFill>
            <a:srgbClr val="D6AA54"/>
          </a:solidFill>
          <a:ln w="12700">
            <a:solidFill>
              <a:srgbClr val="D6AA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0528" y="3822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E3B"/>
                </a:solidFill>
              </a:rPr>
              <a:t>PLACEMENT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10528" y="4206240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Companies and applications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52560" y="3657600"/>
            <a:ext cx="2468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52560" y="3657600"/>
            <a:ext cx="73152" cy="1051560"/>
          </a:xfrm>
          <a:prstGeom prst="rect">
            <a:avLst/>
          </a:prstGeom>
          <a:solidFill>
            <a:srgbClr val="1F766C"/>
          </a:solidFill>
          <a:ln w="12700">
            <a:solidFill>
              <a:srgbClr val="1F76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53728" y="3822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E3B"/>
                </a:solidFill>
              </a:rPr>
              <a:t>STUDENT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253728" y="4206240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Created through signup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8A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AA54"/>
          </a:solidFill>
          <a:ln w="12700">
            <a:solidFill>
              <a:srgbClr val="D6AA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F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PRODUCT WALKTHROUGH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E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screens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149840" y="39319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766C"/>
                </a:solidFill>
              </a:rPr>
              <a:t>CareerBridge</a:t>
            </a:r>
            <a:endParaRPr lang="en-US" sz="1000" dirty="0"/>
          </a:p>
        </p:txBody>
      </p:sp>
      <p:pic>
        <p:nvPicPr>
          <p:cNvPr id="6" name="Image 0" descr="C:/Users/Lenovo/OneDrive/Desktop/training-placement-management-system/presentatio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5532120" cy="5166360"/>
          </a:xfrm>
          <a:prstGeom prst="rect">
            <a:avLst/>
          </a:prstGeom>
        </p:spPr>
      </p:pic>
      <p:pic>
        <p:nvPicPr>
          <p:cNvPr id="7" name="Image 1" descr="C:/Users/Lenovo/OneDrive/Desktop/training-placement-management-system/presentation-stud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188720"/>
            <a:ext cx="5257800" cy="5166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63825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66C"/>
                </a:solidFill>
              </a:rPr>
              <a:t>Dashboard overview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446520" y="638251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66C"/>
                </a:solidFill>
              </a:rPr>
              <a:t>Students and direct email actions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8A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AA54"/>
          </a:solidFill>
          <a:ln w="12700">
            <a:solidFill>
              <a:srgbClr val="D6AA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F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STAFF MEMBER USES 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E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operational workflow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149840" y="39319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766C"/>
                </a:solidFill>
              </a:rPr>
              <a:t>CareerBridge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530352" cy="530352"/>
          </a:xfrm>
          <a:prstGeom prst="ellipse">
            <a:avLst/>
          </a:prstGeom>
          <a:solidFill>
            <a:srgbClr val="1F766C"/>
          </a:solidFill>
          <a:ln w="12700">
            <a:solidFill>
              <a:srgbClr val="1F76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536192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89888" y="144475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E3B"/>
                </a:solidFill>
              </a:rPr>
              <a:t>Login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89888" y="174650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8A"/>
                </a:solidFill>
              </a:rPr>
              <a:t>JWT session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47288" y="1417320"/>
            <a:ext cx="530352" cy="530352"/>
          </a:xfrm>
          <a:prstGeom prst="ellipse">
            <a:avLst/>
          </a:prstGeom>
          <a:solidFill>
            <a:srgbClr val="1F766C"/>
          </a:solidFill>
          <a:ln w="12700">
            <a:solidFill>
              <a:srgbClr val="1F76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536192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78808" y="144475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E3B"/>
                </a:solidFill>
              </a:rPr>
              <a:t>Add student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78808" y="174650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8A"/>
                </a:solidFill>
              </a:rPr>
              <a:t>Validated form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36208" y="1417320"/>
            <a:ext cx="530352" cy="530352"/>
          </a:xfrm>
          <a:prstGeom prst="ellipse">
            <a:avLst/>
          </a:prstGeom>
          <a:solidFill>
            <a:srgbClr val="1F766C"/>
          </a:solidFill>
          <a:ln w="12700">
            <a:solidFill>
              <a:srgbClr val="1F76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536192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67728" y="144475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E3B"/>
                </a:solidFill>
              </a:rPr>
              <a:t>Create batch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67728" y="174650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8A"/>
                </a:solidFill>
              </a:rPr>
              <a:t>Course + trainer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25128" y="1417320"/>
            <a:ext cx="530352" cy="530352"/>
          </a:xfrm>
          <a:prstGeom prst="ellipse">
            <a:avLst/>
          </a:prstGeom>
          <a:solidFill>
            <a:srgbClr val="1F766C"/>
          </a:solidFill>
          <a:ln w="12700">
            <a:solidFill>
              <a:srgbClr val="1F76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25128" y="1536192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756648" y="144475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E3B"/>
                </a:solidFill>
              </a:rPr>
              <a:t>Mark attendance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756648" y="174650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8A"/>
                </a:solidFill>
              </a:rPr>
              <a:t>Present / absent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" y="3337560"/>
            <a:ext cx="530352" cy="530352"/>
          </a:xfrm>
          <a:prstGeom prst="ellipse">
            <a:avLst/>
          </a:prstGeom>
          <a:solidFill>
            <a:srgbClr val="D7785C"/>
          </a:solidFill>
          <a:ln w="12700">
            <a:solidFill>
              <a:srgbClr val="D778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456432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89888" y="336499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E3B"/>
                </a:solidFill>
              </a:rPr>
              <a:t>Assess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89888" y="366674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8A"/>
                </a:solidFill>
              </a:rPr>
              <a:t>Tests + interviews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47288" y="3337560"/>
            <a:ext cx="530352" cy="530352"/>
          </a:xfrm>
          <a:prstGeom prst="ellipse">
            <a:avLst/>
          </a:prstGeom>
          <a:solidFill>
            <a:srgbClr val="D7785C"/>
          </a:solidFill>
          <a:ln w="12700">
            <a:solidFill>
              <a:srgbClr val="D778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3456432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78808" y="336499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E3B"/>
                </a:solidFill>
              </a:rPr>
              <a:t>Track project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178808" y="366674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8A"/>
                </a:solidFill>
              </a:rPr>
              <a:t>Team + deadline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36208" y="3337560"/>
            <a:ext cx="530352" cy="530352"/>
          </a:xfrm>
          <a:prstGeom prst="ellipse">
            <a:avLst/>
          </a:prstGeom>
          <a:solidFill>
            <a:srgbClr val="D7785C"/>
          </a:solidFill>
          <a:ln w="12700">
            <a:solidFill>
              <a:srgbClr val="D778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3456432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67728" y="336499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E3B"/>
                </a:solidFill>
              </a:rPr>
              <a:t>Place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67728" y="366674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8A"/>
                </a:solidFill>
              </a:rPr>
              <a:t>Company + offer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4400" y="55321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766C"/>
                </a:solidFill>
              </a:rPr>
              <a:t>Every create form now calls a protected API, persists through Prisma, and reloads the dashboard state after success.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8A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AA54"/>
          </a:solidFill>
          <a:ln w="12700">
            <a:solidFill>
              <a:srgbClr val="D6AA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F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IMPLEMENTATION NOTE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E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“Add” was not working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149840" y="39319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766C"/>
                </a:solidFill>
              </a:rPr>
              <a:t>CareerBridge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17320"/>
            <a:ext cx="73152" cy="1874520"/>
          </a:xfrm>
          <a:prstGeom prst="rect">
            <a:avLst/>
          </a:prstGeom>
          <a:solidFill>
            <a:srgbClr val="D7785C"/>
          </a:solidFill>
          <a:ln w="12700">
            <a:solidFill>
              <a:srgbClr val="D778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581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E3B"/>
                </a:solidFill>
              </a:rPr>
              <a:t>Before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1965960"/>
            <a:ext cx="3108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Only Add student was connected to POST /api/students. Other buttons showed an informational toast and did not save a record.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417320"/>
            <a:ext cx="73152" cy="1874520"/>
          </a:xfrm>
          <a:prstGeom prst="rect">
            <a:avLst/>
          </a:prstGeom>
          <a:solidFill>
            <a:srgbClr val="1F766C"/>
          </a:solidFill>
          <a:ln w="12700">
            <a:solidFill>
              <a:srgbClr val="1F76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581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E3B"/>
                </a:solidFill>
              </a:rPr>
              <a:t>Fix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0288" y="1965960"/>
            <a:ext cx="3108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Added validated endpoints and forms for batches, attendance, projects, and placement openings.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417320"/>
            <a:ext cx="73152" cy="1874520"/>
          </a:xfrm>
          <a:prstGeom prst="rect">
            <a:avLst/>
          </a:prstGeom>
          <a:solidFill>
            <a:srgbClr val="D6AA54"/>
          </a:solidFill>
          <a:ln w="12700">
            <a:solidFill>
              <a:srgbClr val="D6AA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581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E3B"/>
                </a:solidFill>
              </a:rPr>
              <a:t>After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47888" y="1965960"/>
            <a:ext cx="3108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8A"/>
                </a:solidFill>
              </a:rPr>
              <a:t>Submit → API validates → Prisma saves → UI reloads → success toast appears.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2519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E3B"/>
                </a:solidFill>
              </a:rPr>
              <a:t>The system is now honest about its behavior: actions that create records have a form and a database route.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" y="5166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66C"/>
                </a:solidFill>
              </a:rPr>
              <a:t>Current local admin account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4864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dubeysoumya8@gmail.com  ·  demo123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8A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AA54"/>
          </a:solidFill>
          <a:ln w="12700">
            <a:solidFill>
              <a:srgbClr val="D6AA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F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E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Run, demo, and next steps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149840" y="39319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766C"/>
                </a:solidFill>
              </a:rPr>
              <a:t>CareerBridge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E3B"/>
                </a:solidFill>
              </a:rPr>
              <a:t>Run locally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6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76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--prefix server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76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--prefix client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76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prisma:generate --prefix server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76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prisma:migrate --prefix server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76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seed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76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280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E3B"/>
                </a:solidFill>
              </a:rPr>
              <a:t>Open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1691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76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http://localhost:5173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E3B"/>
                </a:solidFill>
              </a:rPr>
              <a:t>Admin login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560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3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dubeysoumya8@gmail.com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73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demo123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251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E3B"/>
                </a:solidFill>
              </a:rPr>
              <a:t>Recommended next steps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663440"/>
            <a:ext cx="96012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7383A"/>
                </a:solidFill>
              </a:rPr>
              <a:t>Add complete edit/delete screens for every entity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7383A"/>
                </a:solidFill>
              </a:rPr>
              <a:t>Add real interview scheduling and project assignment APIs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7383A"/>
                </a:solidFill>
              </a:rPr>
              <a:t>Move production data to PostgreSQL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7383A"/>
                </a:solidFill>
              </a:rPr>
              <a:t>Add SMTP provider for automatic email notifications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7383A"/>
                </a:solidFill>
              </a:rPr>
              <a:t>Add automated tests, audit logs, and deployment secrets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8A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CareerBridge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CareerBridge Placement Management System</dc:title>
  <dc:subject>Training and Placement Management System</dc:subject>
  <dc:creator>CareerBridge</dc:creator>
  <cp:lastModifiedBy>CareerBridge</cp:lastModifiedBy>
  <cp:revision>1</cp:revision>
  <dcterms:created xsi:type="dcterms:W3CDTF">2026-09-16T16:27:35Z</dcterms:created>
  <dcterms:modified xsi:type="dcterms:W3CDTF">2026-09-16T16:27:35Z</dcterms:modified>
</cp:coreProperties>
</file>